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  <a:latin typeface="Segoe UI"/>
              </a:defRPr>
            </a:pPr>
            <a:r>
              <a:t>Day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38AEEB"/>
                </a:solidFill>
                <a:latin typeface="Segoe UI"/>
              </a:defRPr>
            </a:pPr>
            <a:r>
              <a:t>Your reminders, inside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0C8DC"/>
                </a:solidFill>
                <a:latin typeface="Segoe UI"/>
              </a:defRPr>
            </a:pPr>
            <a:r>
              <a:t>v1.4.6  ·  Kation Technologies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8A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137160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is Day Reminders?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A personal productivity tab + bot that lives inside Microsoft Teams.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Capture what you need to remember today (or any day) — the bot pings you in chat before each one.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No more flipping to another app.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Where to find it: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Look for the alarm-clock icon in the Teams left rail.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Two top tabs: Reminders (the main UI) and Chat (notifications + slash commands).</a:t>
            </a:r>
          </a:p>
        </p:txBody>
      </p:sp>
      <p:pic>
        <p:nvPicPr>
          <p:cNvPr id="4" name="Picture 3" descr="01-left-r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6161"/>
                </a:solidFill>
                <a:latin typeface="Segoe UI"/>
              </a:defRPr>
            </a:pPr>
            <a:r>
              <a:t>Day Reminders v1.4.6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8A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137160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Adding a reminder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Top of the Reminders tab — fill in the add form: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Title — what to remember. Add #tags inline (e.g. Send report #work).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Client — optional, tracks which engagement; autocompletes from past clients.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Due date — defaults to today; pick any other day.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Time — optional. Leave blank for an 'anytime today' item.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+ Details — toggle for notes, links, sub-tasks (up to 2000 chars).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Press Add (or hit Enter in the title field).</a:t>
            </a:r>
          </a:p>
        </p:txBody>
      </p:sp>
      <p:pic>
        <p:nvPicPr>
          <p:cNvPr id="4" name="Picture 3" descr="02-add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6161"/>
                </a:solidFill>
                <a:latin typeface="Segoe UI"/>
              </a:defRPr>
            </a:pPr>
            <a:r>
              <a:t>Day Reminders v1.4.6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8A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137160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Three ways to add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1.  From the tab — the add form covered on the previous slide.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2.  From bot chat — type slash commands in your Day Reminders chat: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    /add 5pm tomorrow #work Send weekly report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    /list  —  see what's open today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    /done &lt;substring&gt;  —  mark a matching item done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    /help  —  show all commands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3.  From any Teams chat — click the ... menu under the message box,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    pick Day Reminders → Quick add reminder, type, submit.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    Great when you're mid-conversation and remember something.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6161"/>
                </a:solidFill>
                <a:latin typeface="Segoe UI"/>
              </a:defRPr>
            </a:pPr>
            <a:r>
              <a:t>Day Reminders v1.4.6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8A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137160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Lines view — your daily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Default view. One row per reminder, sorted by time.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On each row you see: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Title (prefixed with [Client] if a client is set)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Colored chips for tags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Outlined dashed chip for the client (click to filter)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Time, with a custom lead-time badge if set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⋯ menu for row options (lead time + details textarea)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Click any title, date, time, or chip to inline-edit.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Enter saves, Esc cancels.</a:t>
            </a:r>
          </a:p>
        </p:txBody>
      </p:sp>
      <p:pic>
        <p:nvPicPr>
          <p:cNvPr id="4" name="Picture 3" descr="03-lines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6161"/>
                </a:solidFill>
                <a:latin typeface="Segoe UI"/>
              </a:defRPr>
            </a:pPr>
            <a:r>
              <a:t>Day Reminders v1.4.6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8A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137160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Week view — your whole week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Mon–Sun grid of reminders by due date. Today's column highlighted.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Timed items stack chronologically in each day; anytime items sit at the bottom under a sub-heading.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Click an empty day to start adding a reminder pre-filled with that date.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Prev / Today / Next arrows let you navigate weeks.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Mini Day ⇄ Week switcher inside the header — flip without going to the top bar.</a:t>
            </a:r>
          </a:p>
        </p:txBody>
      </p:sp>
      <p:pic>
        <p:nvPicPr>
          <p:cNvPr id="4" name="Picture 3" descr="04-week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6161"/>
                </a:solidFill>
                <a:latin typeface="Segoe UI"/>
              </a:defRPr>
            </a:pPr>
            <a:r>
              <a:t>Day Reminders v1.4.6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8A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137160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Organize — tags, clients, group,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Tags — type #work, #urgent, #qc directly in the title. Colored chips, click to filter.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Clients — set per reminder. Title shows as [Client] prefix everywhere.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Colored per client (deterministic — same client = same color across rows).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Click chip to filter; Shift+click or right-click to inline-edit.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Group toggle — cycles off → tag → client → off (shortcut: g).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Sections per tag or per client, each header colored to match.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Quick filters — All / Timed / Anytime / Priority / Done pills above the list.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Search box top-right (shortcut: f) matches title, tags, and client.</a:t>
            </a:r>
          </a:p>
        </p:txBody>
      </p:sp>
      <p:pic>
        <p:nvPicPr>
          <p:cNvPr id="4" name="Picture 3" descr="05-group-by-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6161"/>
                </a:solidFill>
                <a:latin typeface="Segoe UI"/>
              </a:defRPr>
            </a:pPr>
            <a:r>
              <a:t>Day Reminders v1.4.6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8A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137160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Notifications — the proactive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When a timed reminder is due (or N minutes before, configurable):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A card lands in your Day Reminders chat.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Buttons: Mark done · Snooze 15m · Snooze 1h · Tomorrow.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Title shows as [Client] Title; description (if any) appears below.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Teams Activity Feed (bell icon) also gets a notification.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End-of-day check-in: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At your configured EOD time the bot posts 'Are you done?' with any open items.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Buttons to acknowledge or snooze 15 minutes.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Items not done by their due date auto-roll forward to today with an overdue Nd badge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(capped at 30 days so old backlog doesn't pile up).</a:t>
            </a:r>
          </a:p>
        </p:txBody>
      </p:sp>
      <p:pic>
        <p:nvPicPr>
          <p:cNvPr id="4" name="Picture 3" descr="06-proactive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6161"/>
                </a:solidFill>
                <a:latin typeface="Segoe UI"/>
              </a:defRPr>
            </a:pPr>
            <a:r>
              <a:t>Day Reminders v1.4.6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8A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137160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Tips, shortcuts,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Keyboard shortcuts: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/  focus the add field           f  focus search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g  cycle group mode              v  cycle views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?  open the quick guide          Esc  clear filters / cancel edit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Other handy bits: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Select multiple — top-bar button, then bulk-done / delete / star.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Templates — + Templates pill for common reminders, one click to add.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Undo delete — toast appears for 5 seconds after every delete.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•  Settings (top-right ⚙) — EOD time, default lead minutes, weekdays-only, theme.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Coming next (v1.5): sharing — assign reminders to teammates,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    set per-tag default share lists (e.g. #QC = [Benex, Tim]).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Bugs / requests → ping Joshua, or post in the team channel.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6161"/>
                </a:solidFill>
                <a:latin typeface="Segoe UI"/>
              </a:defRPr>
            </a:pPr>
            <a:r>
              <a:t>Day Reminders v1.4.6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