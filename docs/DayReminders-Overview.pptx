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FFFFFF"/>
                </a:solidFill>
                <a:latin typeface="Segoe UI"/>
              </a:defRPr>
            </a:pPr>
            <a:r>
              <a:t>Day Reminders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38AEEB"/>
                </a:solidFill>
                <a:latin typeface="Segoe UI"/>
              </a:defRPr>
            </a:pPr>
            <a:r>
              <a:t>Reminders, in the place you already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0C8DC"/>
                </a:solidFill>
                <a:latin typeface="Segoe UI"/>
              </a:defRPr>
            </a:pPr>
            <a:r>
              <a:t>v1.4.6  ·  Kation Technologies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Add what you need to remember today.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The bot pings you in chat before each one.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Mark it done from the card. Snooze it. Move on.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No flipping to a separate app — it lives where you already work.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Where to find it: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Alarm-clock icon in your Teams left rail.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Two top tabs: Reminders (the UI) and Chat (where the bot pings you).</a:t>
            </a:r>
          </a:p>
        </p:txBody>
      </p:sp>
      <p:pic>
        <p:nvPicPr>
          <p:cNvPr id="4" name="Picture 3" descr="01-left-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11807"/>
            <a:ext cx="6245352" cy="3783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Adding a reminder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Top of the Reminders tab — fill in the add form: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Title — what to remember. Add #tags inline (e.g. Send report #work).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Client — optional, tracks which engagement; autocompletes from past clients.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Due date — defaults to today; pick any other day.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Time — optional. Leave blank for an 'anytime today' item.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+ Details — toggle for notes, links, sub-tasks (up to 2000 chars).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Press Add (or hit Enter in the title field).</a:t>
            </a:r>
          </a:p>
        </p:txBody>
      </p:sp>
      <p:pic>
        <p:nvPicPr>
          <p:cNvPr id="4" name="Picture 3" descr="02-add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11807"/>
            <a:ext cx="6245352" cy="3783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Three ways to 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1.  From the tab — the add form covered on the previous slide.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2.  From bot chat — type slash commands in your Day Reminders chat: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/add 5pm tomorrow #work Send weekly report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/list  —  see what's open today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/done &lt;substring&gt;  —  mark a matching item done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/help  —  show all commands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3.  From any Teams chat — click the ... menu under the message box,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pick Day Reminders → Quick add reminder, type, submit.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Great when you're mid-conversation and remember something.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Lines view — your daily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Default view. One row per reminder, sorted by time.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On each row you see: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Title (prefixed with [Client] if a client is set)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Colored chips for tags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Outlined dashed chip for the client (click to filter)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Time, with a custom lead-time badge if set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⋯ menu for row options (lead time + details textarea)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Click any title, date, time, or chip to inline-edit.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Enter saves, Esc cancels.</a:t>
            </a:r>
          </a:p>
        </p:txBody>
      </p:sp>
      <p:pic>
        <p:nvPicPr>
          <p:cNvPr id="4" name="Picture 3" descr="03-lines-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11807"/>
            <a:ext cx="6245352" cy="3783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Week view — am I bombarded or free?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For the moment when you need to know what your whole week looks like.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Mon–Sun grid by due date. Today's column highlighted.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Timed items stack by time within each day; anytime items at the bottom.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Click any empty day to start adding a reminder for that date.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Prev / Today / Next to navigate weeks. Mini Day ⇄ Week switcher in the header so you don't have to go back to the top bar to flip.</a:t>
            </a:r>
          </a:p>
        </p:txBody>
      </p:sp>
      <p:pic>
        <p:nvPicPr>
          <p:cNvPr id="4" name="Picture 3" descr="04-week-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11807"/>
            <a:ext cx="6245352" cy="3783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Organize — tags, clients, group,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Tags — type #work, #urgent, #qc directly in the title. Colored chips, click to filter.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Clients — set per reminder. Title shows as [Client] prefix everywhere.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Colored per client (deterministic — same client = same color across rows).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Click chip to filter; Shift+click or right-click to inline-edit.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Group toggle — cycles off → tag → client → off (shortcut: g).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Sections per tag or per client, each header colored to match.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Quick filters — All / Timed / Anytime / Priority / Done pills above the list.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Search box top-right (shortcut: f) matches title, tags, and client.</a:t>
            </a:r>
          </a:p>
        </p:txBody>
      </p:sp>
      <p:pic>
        <p:nvPicPr>
          <p:cNvPr id="4" name="Picture 3" descr="05-group-by-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11807"/>
            <a:ext cx="6245352" cy="3783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Notifications — the proactive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When a timed reminder is due (or N minutes before, configurable):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A card lands in your Day Reminders chat.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Buttons: Mark done · Snooze 15m · Snooze 1h · Tomorrow.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Title shows as [Client] Title; description (if any) appears below.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Teams Activity Feed (bell icon) also gets a notification.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End-of-day check-in: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At your configured EOD time the bot posts 'Are you done?' with any open items.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Buttons to acknowledge or snooze 15 minutes.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Items not done by their due date auto-roll forward to today with an overdue Nd badge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(capped at 30 days so old backlog doesn't pile up).</a:t>
            </a:r>
          </a:p>
        </p:txBody>
      </p:sp>
      <p:pic>
        <p:nvPicPr>
          <p:cNvPr id="4" name="Picture 3" descr="06-proactiv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11807"/>
            <a:ext cx="6245352" cy="3783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Tips, shortcuts, 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Keyboard shortcuts: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/  focus the add field           f  focus search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g  cycle group mode              v  cycle views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?  open the quick guide          Esc  clear filters / cancel edit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Other handy bits: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Select multiple — top-bar button, then bulk-done / delete / star a batch.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Templates — + Templates pill for common reminders, one click to add.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Undo delete — toast hangs around for 5 seconds after every delete.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Settings (top-right ⚙) — EOD check-in time, default lead minutes, weekdays-only, theme.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Coming next (v1.5): sharing. Assign reminders to teammates; set per-tag default share lists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so #QC auto-shares with the QC team without picking recipients each time.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Bugs, asks, 'this is annoying' feedback → drop them in the team channel or ping Josh.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