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1874519"/>
            <a:ext cx="640080" cy="82296"/>
          </a:xfrm>
          <a:prstGeom prst="rect">
            <a:avLst/>
          </a:prstGeom>
          <a:solidFill>
            <a:srgbClr val="38AE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3327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400" b="1">
                <a:solidFill>
                  <a:srgbClr val="FFFFFF"/>
                </a:solidFill>
                <a:latin typeface="Segoe UI"/>
              </a:defRPr>
            </a:pPr>
            <a:r>
              <a:t>Day Reminders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5760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0">
                <a:solidFill>
                  <a:srgbClr val="38AEEB"/>
                </a:solidFill>
                <a:latin typeface="Segoe UI"/>
              </a:defRPr>
            </a:pPr>
            <a:r>
              <a:t>Reminders, where you already work.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03504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B0C8DC"/>
                </a:solidFill>
                <a:latin typeface="Segoe UI"/>
              </a:defRPr>
            </a:pPr>
            <a:r>
              <a:t>v1.4.6  ·  Kation Technologies  · 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468880"/>
            <a:ext cx="10332720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600" b="1">
                <a:solidFill>
                  <a:srgbClr val="1F2D3D"/>
                </a:solidFill>
                <a:latin typeface="Segoe UI"/>
              </a:defRPr>
            </a:pPr>
            <a:r>
              <a:t>Stop forgetting things in five different apps.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4206240"/>
            <a:ext cx="94183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0">
                <a:solidFill>
                  <a:srgbClr val="708095"/>
                </a:solidFill>
                <a:latin typeface="Segoe UI"/>
              </a:defRPr>
            </a:pPr>
            <a:r>
              <a:t>Day Reminders is a tab + bot inside Teams.</a:t>
            </a:r>
          </a:p>
          <a:p>
            <a:pPr algn="ctr">
              <a:defRPr sz="2000" b="0">
                <a:solidFill>
                  <a:srgbClr val="708095"/>
                </a:solidFill>
                <a:latin typeface="Segoe UI"/>
              </a:defRPr>
            </a:pPr>
            <a:r>
              <a:t>You add things; the bot pings you in chat before each one's due.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0">
                <a:solidFill>
                  <a:srgbClr val="708095"/>
                </a:solidFill>
                <a:latin typeface="Segoe UI"/>
              </a:defRPr>
            </a:pPr>
            <a:r>
              <a:t>Day Reminders v1.4.6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1153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1F2D3D"/>
                </a:solidFill>
                <a:latin typeface="Segoe UI"/>
              </a:defRPr>
            </a:pPr>
            <a:r>
              <a:t>Find it in your Teams left rail.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502920" cy="54864"/>
          </a:xfrm>
          <a:prstGeom prst="rect">
            <a:avLst/>
          </a:prstGeom>
          <a:solidFill>
            <a:srgbClr val="38AE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1-left-r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06329"/>
            <a:ext cx="3291840" cy="1993981"/>
          </a:xfrm>
          <a:prstGeom prst="rect">
            <a:avLst/>
          </a:prstGeom>
        </p:spPr>
      </p:pic>
      <p:pic>
        <p:nvPicPr>
          <p:cNvPr id="5" name="Picture 4" descr="03-lines-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1434" y="1554480"/>
            <a:ext cx="7094986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080760"/>
            <a:ext cx="1091153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400" b="0">
                <a:solidFill>
                  <a:srgbClr val="708095"/>
                </a:solidFill>
                <a:latin typeface="Segoe UI"/>
              </a:defRPr>
            </a:pPr>
            <a:r>
              <a:t>Alarm-clock icon in the rail.   →   Two top tabs: Reminders (the UI) and Chat (where the bot pings you).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0">
                <a:solidFill>
                  <a:srgbClr val="708095"/>
                </a:solidFill>
                <a:latin typeface="Segoe UI"/>
              </a:defRPr>
            </a:pPr>
            <a:r>
              <a:t>Day Reminders v1.4.6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1153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1F2D3D"/>
                </a:solidFill>
                <a:latin typeface="Segoe UI"/>
              </a:defRPr>
            </a:pPr>
            <a:r>
              <a:t>Adding a reminder.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502920" cy="54864"/>
          </a:xfrm>
          <a:prstGeom prst="rect">
            <a:avLst/>
          </a:prstGeom>
          <a:solidFill>
            <a:srgbClr val="38AE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2-add-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5136" y="1508760"/>
            <a:ext cx="7321422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080760"/>
            <a:ext cx="1091153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400" b="0">
                <a:solidFill>
                  <a:srgbClr val="708095"/>
                </a:solidFill>
                <a:latin typeface="Segoe UI"/>
              </a:defRPr>
            </a:pPr>
            <a:r>
              <a:t>Title  ·  Client (autocompletes from your past)  ·  Date (defaults to today)  ·  Time (optional)  ·  + Details for notes / links / sub-tasks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0">
                <a:solidFill>
                  <a:srgbClr val="708095"/>
                </a:solidFill>
                <a:latin typeface="Segoe UI"/>
              </a:defRPr>
            </a:pPr>
            <a:r>
              <a:t>Day Reminders v1.4.6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1153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1F2D3D"/>
                </a:solidFill>
                <a:latin typeface="Segoe UI"/>
              </a:defRPr>
            </a:pPr>
            <a:r>
              <a:t>Three ways to add one.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502920" cy="54864"/>
          </a:xfrm>
          <a:prstGeom prst="rect">
            <a:avLst/>
          </a:prstGeom>
          <a:solidFill>
            <a:srgbClr val="38AE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40080" y="1828800"/>
            <a:ext cx="502920" cy="502920"/>
          </a:xfrm>
          <a:prstGeom prst="ellipse">
            <a:avLst/>
          </a:prstGeom>
          <a:solidFill>
            <a:srgbClr val="38AE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783080"/>
            <a:ext cx="276849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200" b="1">
                <a:solidFill>
                  <a:srgbClr val="1F2D3D"/>
                </a:solidFill>
                <a:latin typeface="Segoe UI"/>
              </a:defRPr>
            </a:pPr>
            <a:r>
              <a:t>In the tab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06040"/>
            <a:ext cx="34542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38AEEB"/>
                </a:solidFill>
                <a:latin typeface="Segoe UI"/>
              </a:defRPr>
            </a:pPr>
            <a:r>
              <a:t>for thoughtful adding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154680"/>
            <a:ext cx="3454298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1F2D3D"/>
                </a:solidFill>
                <a:latin typeface="Segoe UI"/>
              </a:defRPr>
            </a:pPr>
            <a:r>
              <a:t>Fill the form at the top of the Reminders tab — title, client, date, time, details. Hit Add.</a:t>
            </a:r>
          </a:p>
        </p:txBody>
      </p:sp>
      <p:sp>
        <p:nvSpPr>
          <p:cNvPr id="8" name="Oval 7"/>
          <p:cNvSpPr/>
          <p:nvPr/>
        </p:nvSpPr>
        <p:spPr>
          <a:xfrm>
            <a:off x="4368698" y="1828800"/>
            <a:ext cx="502920" cy="502920"/>
          </a:xfrm>
          <a:prstGeom prst="ellipse">
            <a:avLst/>
          </a:prstGeom>
          <a:solidFill>
            <a:srgbClr val="38AE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54498" y="1783080"/>
            <a:ext cx="276849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200" b="1">
                <a:solidFill>
                  <a:srgbClr val="1F2D3D"/>
                </a:solidFill>
                <a:latin typeface="Segoe UI"/>
              </a:defRPr>
            </a:pPr>
            <a:r>
              <a:t>Mid-conversation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68698" y="2606040"/>
            <a:ext cx="34542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38AEEB"/>
                </a:solidFill>
                <a:latin typeface="Segoe UI"/>
              </a:defRPr>
            </a:pPr>
            <a:r>
              <a:t>for when you remember while replying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68698" y="3154680"/>
            <a:ext cx="3454298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1F2D3D"/>
                </a:solidFill>
                <a:latin typeface="Segoe UI"/>
              </a:defRPr>
            </a:pPr>
            <a:r>
              <a:t>Click the · · · under any Teams message box → Day Reminders → Quick add reminder. Type, submit, back to your reply.</a:t>
            </a:r>
          </a:p>
        </p:txBody>
      </p:sp>
      <p:sp>
        <p:nvSpPr>
          <p:cNvPr id="12" name="Oval 11"/>
          <p:cNvSpPr/>
          <p:nvPr/>
        </p:nvSpPr>
        <p:spPr>
          <a:xfrm>
            <a:off x="8097316" y="1828800"/>
            <a:ext cx="502920" cy="502920"/>
          </a:xfrm>
          <a:prstGeom prst="ellipse">
            <a:avLst/>
          </a:prstGeom>
          <a:solidFill>
            <a:srgbClr val="38AE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83116" y="1783080"/>
            <a:ext cx="276849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200" b="1">
                <a:solidFill>
                  <a:srgbClr val="1F2D3D"/>
                </a:solidFill>
                <a:latin typeface="Segoe UI"/>
              </a:defRPr>
            </a:pPr>
            <a:r>
              <a:t>In the bot chat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7316" y="2606040"/>
            <a:ext cx="34542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38AEEB"/>
                </a:solidFill>
                <a:latin typeface="Segoe UI"/>
              </a:defRPr>
            </a:pPr>
            <a:r>
              <a:t>for typing-fast moments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7316" y="3154680"/>
            <a:ext cx="3454298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1F2D3D"/>
                </a:solidFill>
                <a:latin typeface="Segoe UI"/>
              </a:defRPr>
            </a:pPr>
            <a:r>
              <a:t>/add 5pm tomorrow #qc Review batch 14</a:t>
            </a:r>
          </a:p>
          <a:p>
            <a:pPr algn="l">
              <a:defRPr sz="1400" b="0">
                <a:solidFill>
                  <a:srgbClr val="1F2D3D"/>
                </a:solidFill>
                <a:latin typeface="Segoe UI"/>
              </a:defRPr>
            </a:pPr>
          </a:p>
          <a:p>
            <a:pPr algn="l">
              <a:defRPr sz="1400" b="0">
                <a:solidFill>
                  <a:srgbClr val="1F2D3D"/>
                </a:solidFill>
                <a:latin typeface="Segoe UI"/>
              </a:defRPr>
            </a:pPr>
            <a:r>
              <a:t>Dates can be tomorrow, mon, fri, 6/20, or a full YYYY-MM-DD.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0">
                <a:solidFill>
                  <a:srgbClr val="708095"/>
                </a:solidFill>
                <a:latin typeface="Segoe UI"/>
              </a:defRPr>
            </a:pPr>
            <a:r>
              <a:t>Day Reminders v1.4.6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1153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1F2D3D"/>
                </a:solidFill>
                <a:latin typeface="Segoe UI"/>
              </a:defRPr>
            </a:pPr>
            <a:r>
              <a:t>Am I bombarded this week, or free?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502920" cy="54864"/>
          </a:xfrm>
          <a:prstGeom prst="rect">
            <a:avLst/>
          </a:prstGeom>
          <a:solidFill>
            <a:srgbClr val="38AE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4-week-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5136" y="1508760"/>
            <a:ext cx="7321422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080760"/>
            <a:ext cx="1091153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400" b="0">
                <a:solidFill>
                  <a:srgbClr val="708095"/>
                </a:solidFill>
                <a:latin typeface="Segoe UI"/>
              </a:defRPr>
            </a:pPr>
            <a:r>
              <a:t>Mon–Sun grid by due date. Today's column highlighted. Click any empty day to add for that date.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0">
                <a:solidFill>
                  <a:srgbClr val="708095"/>
                </a:solidFill>
                <a:latin typeface="Segoe UI"/>
              </a:defRPr>
            </a:pPr>
            <a:r>
              <a:t>Day Reminders v1.4.6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1153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1F2D3D"/>
                </a:solidFill>
                <a:latin typeface="Segoe UI"/>
              </a:defRPr>
            </a:pPr>
            <a:r>
              <a:t>Group by client. Or tag. Or just leave it flat.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502920" cy="54864"/>
          </a:xfrm>
          <a:prstGeom prst="rect">
            <a:avLst/>
          </a:prstGeom>
          <a:solidFill>
            <a:srgbClr val="38AE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5-group-by-cl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5136" y="1508760"/>
            <a:ext cx="7321422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080760"/>
            <a:ext cx="1091153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400" b="0">
                <a:solidFill>
                  <a:srgbClr val="708095"/>
                </a:solidFill>
                <a:latin typeface="Segoe UI"/>
              </a:defRPr>
            </a:pPr>
            <a:r>
              <a:t>The Group toggle cycles off → tag → client. Sections per group, each header colored to match. Click any chip to filter to just that one.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0">
                <a:solidFill>
                  <a:srgbClr val="708095"/>
                </a:solidFill>
                <a:latin typeface="Segoe UI"/>
              </a:defRPr>
            </a:pPr>
            <a:r>
              <a:t>Day Reminders v1.4.6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1153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1F2D3D"/>
                </a:solidFill>
                <a:latin typeface="Segoe UI"/>
              </a:defRPr>
            </a:pPr>
            <a:r>
              <a:t>When it's due, a card pops in your chat.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502920" cy="54864"/>
          </a:xfrm>
          <a:prstGeom prst="rect">
            <a:avLst/>
          </a:prstGeom>
          <a:solidFill>
            <a:srgbClr val="38AE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6-proactive-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5136" y="1508760"/>
            <a:ext cx="7321422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080760"/>
            <a:ext cx="1091153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400" b="0">
                <a:solidFill>
                  <a:srgbClr val="708095"/>
                </a:solidFill>
                <a:latin typeface="Segoe UI"/>
              </a:defRPr>
            </a:pPr>
            <a:r>
              <a:t>Mark done. Or snooze 15m, 1h, Tomorrow. End-of-day check-in lists anything still open.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0">
                <a:solidFill>
                  <a:srgbClr val="708095"/>
                </a:solidFill>
                <a:latin typeface="Segoe UI"/>
              </a:defRPr>
            </a:pPr>
            <a:r>
              <a:t>Day Reminders v1.4.6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1051560"/>
            <a:ext cx="640080" cy="73152"/>
          </a:xfrm>
          <a:prstGeom prst="rect">
            <a:avLst/>
          </a:prstGeom>
          <a:solidFill>
            <a:srgbClr val="38AE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3327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6400" b="1">
                <a:solidFill>
                  <a:srgbClr val="FFFFFF"/>
                </a:solidFill>
                <a:latin typeface="Segoe UI"/>
              </a:defRPr>
            </a:pPr>
            <a:r>
              <a:t>Try it now.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0604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0">
                <a:solidFill>
                  <a:srgbClr val="38AEEB"/>
                </a:solidFill>
                <a:latin typeface="Segoe UI"/>
              </a:defRPr>
            </a:pPr>
            <a:r>
              <a:t>Alarm-clock icon in your Teams left rail.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84048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B0C8DC"/>
                </a:solidFill>
                <a:latin typeface="Segoe UI"/>
              </a:defRPr>
            </a:pPr>
            <a:r>
              <a:t>COMING NEXT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20624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v1.5  ·  Sharing.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0">
                <a:solidFill>
                  <a:srgbClr val="B0C8DC"/>
                </a:solidFill>
                <a:latin typeface="Segoe UI"/>
              </a:defRPr>
            </a:pPr>
            <a:r>
              <a:t>Assign reminders to teammates. Set per-tag default share lists so #QC auto-shares with the QC team without picking recipients each time.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B0C8DC"/>
                </a:solidFill>
                <a:latin typeface="Segoe UI"/>
              </a:defRPr>
            </a:pPr>
            <a:r>
              <a:t>Bugs, requests, 'this is annoying' → ping Josh, or drop them in the team channel.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